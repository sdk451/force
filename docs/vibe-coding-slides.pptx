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Vibe Coding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prompt an AI coding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65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Prompt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the agent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37360"/>
            <a:ext cx="4572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14600" y="1234440"/>
            <a:ext cx="1965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2588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0604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Loading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60604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codebase,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dependencies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737360"/>
            <a:ext cx="457200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54880" y="1234440"/>
            <a:ext cx="1965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2588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84632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edits, creates,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files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737360"/>
            <a:ext cx="4572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995160" y="1234440"/>
            <a:ext cx="1965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325880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8660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&amp; Lint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708660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linter, type-check,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tests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Loaded Into Context</a:t>
            </a:r>
            <a:endParaRPr lang="en-US" sz="14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29184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012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relevant to the prompt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63931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60120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Package.json, tsconfig, project config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986784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6012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/ README instructions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334256"/>
            <a:ext cx="228600" cy="2286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60120" y="4334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tree &amp; dependency graph</a:t>
            </a:r>
            <a:endParaRPr lang="en-US" sz="1000" dirty="0"/>
          </a:p>
        </p:txBody>
      </p:sp>
      <p:sp>
        <p:nvSpPr>
          <p:cNvPr id="32" name="Text 19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Agent Does</a:t>
            </a:r>
            <a:endParaRPr lang="en-US" sz="14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291840"/>
            <a:ext cx="228600" cy="2286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/ edits files via tool calls</a:t>
            </a:r>
            <a:endParaRPr lang="en-US" sz="10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639312"/>
            <a:ext cx="228600" cy="22860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shell commands (npm, pip, etc.)</a:t>
            </a:r>
            <a:endParaRPr lang="en-US" sz="10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3986784"/>
            <a:ext cx="228600" cy="22860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linter (ESLint, Ruff, etc.)</a:t>
            </a:r>
            <a:endParaRPr lang="en-US" sz="100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4334256"/>
            <a:ext cx="228600" cy="228600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5257800" y="4334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 &amp; checks output</a:t>
            </a:r>
            <a:endParaRPr lang="en-US" sz="1000" dirty="0"/>
          </a:p>
        </p:txBody>
      </p:sp>
      <p:sp>
        <p:nvSpPr>
          <p:cNvPr id="41" name="Text 2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vibe coding: fast iteration, but no enforced standards, no CI/CD, no peer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Software Engineering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quality gates, and CI/CD that production systems require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7830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&amp; Design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ADRs,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specs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828800"/>
            <a:ext cx="4572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31720" y="1417320"/>
            <a:ext cx="17830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48132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774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37744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 standards,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28800"/>
            <a:ext cx="4572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389120" y="1417320"/>
            <a:ext cx="17830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81328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348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43484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828800"/>
            <a:ext cx="457200" cy="2286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446520" y="1417320"/>
            <a:ext cx="1783080" cy="12801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1481328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4922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to Main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649224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Squash/merge,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743200"/>
            <a:ext cx="274320" cy="3657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86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274320" y="3474720"/>
            <a:ext cx="150876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547872"/>
            <a:ext cx="411480" cy="4114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2004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32004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bundle,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check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3886200"/>
            <a:ext cx="411480" cy="201168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2057400" y="3474720"/>
            <a:ext cx="150876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4600" y="3547872"/>
            <a:ext cx="411480" cy="4114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210312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34" name="Text 21"/>
          <p:cNvSpPr/>
          <p:nvPr/>
        </p:nvSpPr>
        <p:spPr>
          <a:xfrm>
            <a:off x="210312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9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1880" y="3886200"/>
            <a:ext cx="411480" cy="201168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3840480" y="3474720"/>
            <a:ext cx="150876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7680" y="3547872"/>
            <a:ext cx="411480" cy="4114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388620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Scan</a:t>
            </a:r>
            <a:endParaRPr lang="en-US" sz="1100" dirty="0"/>
          </a:p>
        </p:txBody>
      </p:sp>
      <p:sp>
        <p:nvSpPr>
          <p:cNvPr id="39" name="Text 24"/>
          <p:cNvSpPr/>
          <p:nvPr/>
        </p:nvSpPr>
        <p:spPr>
          <a:xfrm>
            <a:off x="388620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dependency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scanning</a:t>
            </a:r>
            <a:endParaRPr lang="en-US" sz="9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960" y="3886200"/>
            <a:ext cx="411480" cy="201168"/>
          </a:xfrm>
          <a:prstGeom prst="rect">
            <a:avLst/>
          </a:prstGeom>
        </p:spPr>
      </p:pic>
      <p:sp>
        <p:nvSpPr>
          <p:cNvPr id="41" name="Shape 25"/>
          <p:cNvSpPr/>
          <p:nvPr/>
        </p:nvSpPr>
        <p:spPr>
          <a:xfrm>
            <a:off x="5623560" y="3474720"/>
            <a:ext cx="150876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0760" y="3547872"/>
            <a:ext cx="411480" cy="41148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66928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44" name="Text 27"/>
          <p:cNvSpPr/>
          <p:nvPr/>
        </p:nvSpPr>
        <p:spPr>
          <a:xfrm>
            <a:off x="566928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thresholds,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rules pass</a:t>
            </a:r>
            <a:endParaRPr lang="en-US" sz="9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0" y="3886200"/>
            <a:ext cx="411480" cy="201168"/>
          </a:xfrm>
          <a:prstGeom prst="rect">
            <a:avLst/>
          </a:prstGeom>
        </p:spPr>
      </p:pic>
      <p:sp>
        <p:nvSpPr>
          <p:cNvPr id="46" name="Shape 28"/>
          <p:cNvSpPr/>
          <p:nvPr/>
        </p:nvSpPr>
        <p:spPr>
          <a:xfrm>
            <a:off x="7406640" y="3474720"/>
            <a:ext cx="150876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3547872"/>
            <a:ext cx="411480" cy="411480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745236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100" dirty="0"/>
          </a:p>
        </p:txBody>
      </p:sp>
      <p:sp>
        <p:nvSpPr>
          <p:cNvPr id="49" name="Text 30"/>
          <p:cNvSpPr/>
          <p:nvPr/>
        </p:nvSpPr>
        <p:spPr>
          <a:xfrm>
            <a:off x="745236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prod,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ready</a:t>
            </a:r>
            <a:endParaRPr lang="en-US" sz="900" dirty="0"/>
          </a:p>
        </p:txBody>
      </p:sp>
      <p:sp>
        <p:nvSpPr>
          <p:cNvPr id="50" name="Text 31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APPLIED:  Conventional Commits  ·  Semantic Versioning  ·  OWASP Top 10  ·  Test Coverage &gt; 80%  ·  Code Review Required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Vibe Coding with Engineering Guardrails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AGENTS.md, Skills, Rules &amp; Hooks to enforce production standards in Claude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conventions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&amp; patterns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requirements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432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format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18872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834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task procedures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83480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File-creation best practices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8348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workflows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83480" y="2432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scaffolding rules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301752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 (.claude/)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8580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lint configs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85800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patterns &amp; imports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85800" y="4014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enforced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" y="4261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63440" y="301752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578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9834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Pre-commit: lint + format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Post-edit: run test suite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983480" y="4014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Pre-push: security scan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983480" y="4261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trigger: full pipeline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F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48640" y="4727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Vibe coding speed + production engineering rigour — enforced automatically by the agent, not the developer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to Production Engineering</dc:title>
  <dc:subject>PptxGenJS Presentation</dc:subject>
  <dc:creator>Symbolic Enterprises</dc:creator>
  <cp:lastModifiedBy>Symbolic Enterprises</cp:lastModifiedBy>
  <cp:revision>1</cp:revision>
  <dcterms:created xsi:type="dcterms:W3CDTF">2026-04-15T20:30:36Z</dcterms:created>
  <dcterms:modified xsi:type="dcterms:W3CDTF">2026-04-15T20:30:36Z</dcterms:modified>
</cp:coreProperties>
</file>